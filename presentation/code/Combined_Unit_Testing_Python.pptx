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Advanced Unit Testing in Python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Expert-Level Guide to unittest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 Assertions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Define custom assertion methods for better readability</a:t>
            </a:r>
          </a:p>
          <a:p>
            <a:r>
              <a:t>• Example: assertListAlmostEqual() for float lists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Dynamic Test Generation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Use metaprogramming to create tests dynamically</a:t>
            </a:r>
          </a:p>
          <a:p>
            <a:r>
              <a:t>• Reduces code repetition and improves maintainability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Efficient Resource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Use setUpClass() and tearDownClass() for efficient resource management</a:t>
            </a:r>
          </a:p>
          <a:p>
            <a:r>
              <a:t>• Reduces overhead in test execution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Advanced Mocking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Use unittest.mock for replacing dependencies</a:t>
            </a:r>
          </a:p>
          <a:p>
            <a:r>
              <a:t>• Use patch.object() and side_effect for flexible mocking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Parallel Test Execution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Use concurrent.futures to speed up test execution</a:t>
            </a:r>
          </a:p>
          <a:p>
            <a:r>
              <a:t>• Ideal for large test suites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CI/CD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Automate tests in GitHub Actions, Jenkins, or GitLab CI</a:t>
            </a:r>
          </a:p>
          <a:p>
            <a:r>
              <a:t>• Prevent regressions by running tests on every commit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Measure execution time to detect bottlenecks</a:t>
            </a:r>
          </a:p>
          <a:p>
            <a:r>
              <a:t>• Use time.time() or profiling tools like cProfile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Fuzz Testing with hypothesis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Generate random inputs to discover edge cases</a:t>
            </a:r>
          </a:p>
          <a:p>
            <a:r>
              <a:t>• Helps automate exploratory testing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Handling Flaky Tests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Use the flaky library to retry unstable tests</a:t>
            </a:r>
          </a:p>
          <a:p>
            <a:r>
              <a:t>• Ideal for handling time-sensitive tests and race conditions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&amp; 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Write independent, fast, and meaningful tests</a:t>
            </a:r>
          </a:p>
          <a:p>
            <a:r>
              <a:t>• Use mocking, parallel execution, and CI/CD</a:t>
            </a:r>
          </a:p>
          <a:p>
            <a:r>
              <a:t>• Measure performance and handle flaky tests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Unit Testing in Python with unittest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Comprehensive Guide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Unit Testing?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Testing individual units of code (functions, methods) in isolation.</a:t>
            </a:r>
          </a:p>
          <a:p>
            <a:r>
              <a:t>• Focuses on verifying the smallest testable parts of an application.</a:t>
            </a:r>
          </a:p>
          <a:p>
            <a:r>
              <a:t>• Like testing individual gears in a machine, not the whole machine at once.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Bother with Unit Testing?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Reduces Defects: Find bugs early, saving time and money.</a:t>
            </a:r>
          </a:p>
          <a:p>
            <a:r>
              <a:t>• Improves Code Quality: Forces better design and modularity.</a:t>
            </a:r>
          </a:p>
          <a:p>
            <a:r>
              <a:t>• Facilitates Refactoring: Provides a safety net for code changes.</a:t>
            </a:r>
          </a:p>
          <a:p>
            <a:r>
              <a:t>• Living Documentation: Tests show how code should work.</a:t>
            </a:r>
          </a:p>
          <a:p>
            <a:r>
              <a:t>• Increased Confidence: Make changes without fear of breaking things.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Testing Pyramid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Unit tests should form the foundation of your testing strategy.</a:t>
            </a:r>
          </a:p>
          <a:p>
            <a:r>
              <a:t>• Integration tests check how units work together.</a:t>
            </a:r>
          </a:p>
          <a:p>
            <a:r>
              <a:t>• E2E tests validate the entire application flow.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FIRST Principles of Good Unit Tests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Fast: Run quickly.</a:t>
            </a:r>
          </a:p>
          <a:p>
            <a:r>
              <a:t>• Isolated: Independent of each other.</a:t>
            </a:r>
          </a:p>
          <a:p>
            <a:r>
              <a:t>• Repeatable: Same result every time.</a:t>
            </a:r>
          </a:p>
          <a:p>
            <a:r>
              <a:t>• Self-validating: Clear pass/fail.</a:t>
            </a:r>
          </a:p>
          <a:p>
            <a:r>
              <a:t>• Timely: Written before/alongside code (TDD).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Introducing unittest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Python’s built-in testing framework.</a:t>
            </a:r>
          </a:p>
          <a:p>
            <a:r>
              <a:t>• Inspired by JUnit (Java).</a:t>
            </a:r>
          </a:p>
          <a:p>
            <a:r>
              <a:t>• Provides tools for:</a:t>
            </a:r>
          </a:p>
          <a:p>
            <a:r>
              <a:t>  - Creating test cases (unittest.TestCase)</a:t>
            </a:r>
          </a:p>
          <a:p>
            <a:r>
              <a:t>  - Making assertions (e.g., assertEqual)</a:t>
            </a:r>
          </a:p>
          <a:p>
            <a:r>
              <a:t>  - Running tests (test runners)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Your First Unit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# my_module.py</a:t>
            </a:r>
          </a:p>
          <a:p>
            <a:r>
              <a:t>def add(x, y):</a:t>
            </a:r>
          </a:p>
          <a:p>
            <a:r>
              <a:t>    return x + y</a:t>
            </a:r>
          </a:p>
          <a:p>
            <a:r>
              <a:t># test_my_module.py</a:t>
            </a:r>
          </a:p>
          <a:p>
            <a:r>
              <a:t>import unittest</a:t>
            </a:r>
          </a:p>
          <a:p>
            <a:r>
              <a:t>from my_module import add</a:t>
            </a:r>
          </a:p>
          <a:p>
            <a:pPr marL="0" indent="0">
              <a:buNone/>
            </a:pPr>
            <a:r>
              <a:t>class TestAdd(unittest.TestCase):</a:t>
            </a:r>
          </a:p>
          <a:p>
            <a:r>
              <a:t>    def test_add(self):</a:t>
            </a:r>
          </a:p>
          <a:p>
            <a:r>
              <a:t>        self.assertEqual(add(2, 3), 5)</a:t>
            </a:r>
          </a:p>
          <a:p/>
          <a:p>
            <a:r>
              <a:t>if __name__ == '__main__':</a:t>
            </a:r>
          </a:p>
          <a:p>
            <a:r>
              <a:t>    unittest.main()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Running Your Tests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From the Command Line:</a:t>
            </a:r>
          </a:p>
          <a:p>
            <a:r>
              <a:t>  - python -m unittest test_my_module.py</a:t>
            </a:r>
          </a:p>
          <a:p>
            <a:r>
              <a:t>  - python -m unittest discover</a:t>
            </a:r>
          </a:p>
          <a:p>
            <a:r>
              <a:t>  - python -m unittest discover -s tests -p '*_test.py'</a:t>
            </a:r>
          </a:p>
          <a:p>
            <a:r>
              <a:t>  - python -m unittest -v test_my_module.py (verbose)</a:t>
            </a:r>
          </a:p>
          <a:p>
            <a:r>
              <a:t>• From within File:</a:t>
            </a:r>
          </a:p>
          <a:p>
            <a:r>
              <a:t>  - if __name__ == '__main__': unittest.main()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Assertion Methods - Checking Your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self.assertEqual(a, b): Checks a == b</a:t>
            </a:r>
          </a:p>
          <a:p>
            <a:r>
              <a:t>• self.assertTrue(x): Checks bool(x) is True</a:t>
            </a:r>
          </a:p>
          <a:p>
            <a:r>
              <a:t>• self.assertIsNone(x): Checks x is None</a:t>
            </a:r>
          </a:p>
          <a:p>
            <a:r>
              <a:t>• self.assertIn(a, b): Checks a in b</a:t>
            </a:r>
          </a:p>
          <a:p>
            <a:r>
              <a:t>• self.assertRaises(Exception, callable, *args, **kwargs): Checks for exceptions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Mocking - Isolating Your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Problem: Testing code with external dependencies (network, database, etc.).</a:t>
            </a:r>
          </a:p>
          <a:p>
            <a:r>
              <a:t>• Solution: Replace dependencies with 'test doubles' (mocks, stubs).</a:t>
            </a:r>
          </a:p>
          <a:p>
            <a:r>
              <a:t>• Benefits:</a:t>
            </a:r>
          </a:p>
          <a:p>
            <a:r>
              <a:t>  - Faster tests.</a:t>
            </a:r>
          </a:p>
          <a:p>
            <a:r>
              <a:t>  - More reliable tests (no external dependencies).</a:t>
            </a:r>
          </a:p>
          <a:p>
            <a:r>
              <a:t>  - Control over dependency behavior.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Test-Driven Development (TDD)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Red-Green-Refactor:</a:t>
            </a:r>
          </a:p>
          <a:p>
            <a:r>
              <a:t>  - Red: Write a failing test first.</a:t>
            </a:r>
          </a:p>
          <a:p>
            <a:r>
              <a:t>  - Green: Write the minimum code to pass the test.</a:t>
            </a:r>
          </a:p>
          <a:p>
            <a:r>
              <a:t>  - Refactor: Clean up and improve the code.</a:t>
            </a:r>
          </a:p>
          <a:p>
            <a:r>
              <a:t>• Benefits:</a:t>
            </a:r>
          </a:p>
          <a:p>
            <a:r>
              <a:t>  - 100% test coverage (in theory).</a:t>
            </a:r>
          </a:p>
          <a:p>
            <a:r>
              <a:t>  - Better code design.</a:t>
            </a:r>
          </a:p>
          <a:p>
            <a:r>
              <a:t>  - Immediate feedback.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Unit testing is crucial for writing robust and reliable code.</a:t>
            </a:r>
          </a:p>
          <a:p>
            <a:r>
              <a:t>• unittest is Python’s built-in, powerful testing framework.</a:t>
            </a:r>
          </a:p>
          <a:p>
            <a:r>
              <a:t>• Use assertions to verify expected behavior.</a:t>
            </a:r>
          </a:p>
          <a:p>
            <a:r>
              <a:t>• Organize your tests for maintainability.</a:t>
            </a:r>
          </a:p>
          <a:p>
            <a:r>
              <a:t>• Mock dependencies to isolate your code.</a:t>
            </a:r>
          </a:p>
          <a:p>
            <a:r>
              <a:t>• Practice TDD for better design and coverage.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Feel free to ask anything!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 &amp; Resources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unittest documentation: https://docs.python.org/3/library/unittest.html</a:t>
            </a:r>
          </a:p>
          <a:p>
            <a:r>
              <a:t>• unittest.mock documentation: https://docs.python.org/3/library/unittest.mock.html</a:t>
            </a:r>
          </a:p>
          <a:p>
            <a:r>
              <a:t>• (Optional) Your GitHub repository with code examples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Mastering Unit Testing in Python with unittest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Write Robust and Reliable Code</a:t>
            </a:r>
          </a:p>
          <a:p>
            <a:r>
              <a:t>Your Name/Affiliation</a:t>
            </a:r>
          </a:p>
          <a:p>
            <a:r>
              <a:t>Date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Unit Testing?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Testing individual units of code (functions, methods) in isolation.</a:t>
            </a:r>
          </a:p>
          <a:p>
            <a:r>
              <a:t>- Focuses on verifying the smallest testable parts of an application.</a:t>
            </a:r>
          </a:p>
          <a:p>
            <a:r>
              <a:t>- Like testing individual gears in a machine, not the whole machine at once.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Unit Testing?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Reduces Defects: Find bugs early, saving time and money.</a:t>
            </a:r>
          </a:p>
          <a:p>
            <a:r>
              <a:t>- Improves Code Quality: Forces better design and modularity.</a:t>
            </a:r>
          </a:p>
          <a:p>
            <a:r>
              <a:t>- Facilitates Refactoring: Provides a safety net for code changes.</a:t>
            </a:r>
          </a:p>
          <a:p>
            <a:r>
              <a:t>- Living Documentation: Tests show how code should work.</a:t>
            </a:r>
          </a:p>
          <a:p>
            <a:r>
              <a:t>- Increased Confidence: Make changes without fear of breaking things.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Testing Pyramid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Unit tests should form the foundation of your testing strategy.</a:t>
            </a:r>
          </a:p>
          <a:p>
            <a:r>
              <a:t>- Integration tests check how units work together.</a:t>
            </a:r>
          </a:p>
          <a:p>
            <a:r>
              <a:t>- E2E tests validate the entire application flow.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FIRST Principles of Good Unit Tests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Fast: Run quickly.</a:t>
            </a:r>
          </a:p>
          <a:p>
            <a:r>
              <a:t>- Isolated: Independent of each other.</a:t>
            </a:r>
          </a:p>
          <a:p>
            <a:r>
              <a:t>- Repeatable: Same result every time.</a:t>
            </a:r>
          </a:p>
          <a:p>
            <a:r>
              <a:t>- Self-validating: Clear pass/fail.</a:t>
            </a:r>
          </a:p>
          <a:p>
            <a:r>
              <a:t>- Timely: Written before/alongside code (TDD).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Introducing unittest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Python's built-in testing framework.</a:t>
            </a:r>
          </a:p>
          <a:p>
            <a:r>
              <a:t>- Inspired by JUnit (Java).</a:t>
            </a:r>
          </a:p>
          <a:p>
            <a:r>
              <a:t>- Provides tools for:</a:t>
            </a:r>
          </a:p>
          <a:p>
            <a:r>
              <a:t>  - Creating test cases (unittest.TestCase).</a:t>
            </a:r>
          </a:p>
          <a:p>
            <a:r>
              <a:t>  - Making assertions (e.g., assertEqual).</a:t>
            </a:r>
          </a:p>
          <a:p>
            <a:r>
              <a:t>  - Running tests (test runners).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Your First Unit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Code Example:</a:t>
            </a:r>
          </a:p>
          <a:p/>
          <a:p>
            <a:r>
              <a:t>def add(x, y):</a:t>
            </a:r>
          </a:p>
          <a:p>
            <a:r>
              <a:t>    return x + y</a:t>
            </a:r>
          </a:p>
          <a:p/>
          <a:p>
            <a:r>
              <a:t>import unittest</a:t>
            </a:r>
          </a:p>
          <a:p>
            <a:r>
              <a:t>from my_module import add</a:t>
            </a:r>
          </a:p>
          <a:p/>
          <a:p>
            <a:r>
              <a:t>class TestAdd(unittest.TestCase):</a:t>
            </a:r>
          </a:p>
          <a:p>
            <a:r>
              <a:t>    def test_add(self):</a:t>
            </a:r>
          </a:p>
          <a:p>
            <a:r>
              <a:t>        self.assertEqual(add(2, 3), 5)</a:t>
            </a:r>
          </a:p>
          <a:p/>
          <a:p>
            <a:r>
              <a:t>if __name__ == '__main__':</a:t>
            </a:r>
          </a:p>
          <a:p>
            <a:r>
              <a:t>    unittest.main()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Running Tests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From the Command Line:</a:t>
            </a:r>
          </a:p>
          <a:p>
            <a:r>
              <a:t>  - python -m unittest test_my_module.py</a:t>
            </a:r>
          </a:p>
          <a:p>
            <a:r>
              <a:t>  - python -m unittest discover</a:t>
            </a:r>
          </a:p>
          <a:p>
            <a:r>
              <a:t>  - python -m unittest -v test_my_module.py (verbose)</a:t>
            </a:r>
          </a:p>
          <a:p>
            <a:r>
              <a:t>- From within File:</a:t>
            </a:r>
          </a:p>
          <a:p>
            <a:r>
              <a:t>  - if __name__ == '__main__': unittest.main()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Assertion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self.assertEqual(a, b): Checks a == b</a:t>
            </a:r>
          </a:p>
          <a:p>
            <a:r>
              <a:t>- self.assertTrue(x): Checks bool(x) is True</a:t>
            </a:r>
          </a:p>
          <a:p>
            <a:r>
              <a:t>- self.assertIsNone(x): Checks x is None</a:t>
            </a:r>
          </a:p>
          <a:p>
            <a:r>
              <a:t>- self.assertIn(a, b): Checks a in b</a:t>
            </a:r>
          </a:p>
          <a:p>
            <a:r>
              <a:t>- self.assertRaises(Exception, callable, *args, **kwargs): Checks for exceptions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Mocking - Isolating Dependencies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Problem: Testing code with external dependencies (network, database, etc.).</a:t>
            </a:r>
          </a:p>
          <a:p>
            <a:r>
              <a:t>- Solution: Replace dependencies with "test doubles" (mocks, stubs).</a:t>
            </a:r>
          </a:p>
          <a:p>
            <a:r>
              <a:t>- Benefits:</a:t>
            </a:r>
          </a:p>
          <a:p>
            <a:r>
              <a:t>  - Faster tests.</a:t>
            </a:r>
          </a:p>
          <a:p>
            <a:r>
              <a:t>  - More reliable tests (no external dependencies).</a:t>
            </a:r>
          </a:p>
          <a:p>
            <a:r>
              <a:t>  - Control over dependency behavior.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Test-Driven Development (TDD)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Red-Green-Refactor:</a:t>
            </a:r>
          </a:p>
          <a:p>
            <a:r>
              <a:t>  - Red: Write a failing test first.</a:t>
            </a:r>
          </a:p>
          <a:p>
            <a:r>
              <a:t>  - Green: Write the minimum code to pass the test.</a:t>
            </a:r>
          </a:p>
          <a:p>
            <a:r>
              <a:t>  - Refactor: Clean up and improve the code.</a:t>
            </a:r>
          </a:p>
          <a:p>
            <a:r>
              <a:t>- Benefits:</a:t>
            </a:r>
          </a:p>
          <a:p>
            <a:r>
              <a:t>  - 100% test coverage (in theory).</a:t>
            </a:r>
          </a:p>
          <a:p>
            <a:r>
              <a:t>  - Better code design.</a:t>
            </a:r>
          </a:p>
          <a:p>
            <a:r>
              <a:t>  - Immediate feedback.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Unit testing is crucial for writing robust and reliable code.</a:t>
            </a:r>
          </a:p>
          <a:p>
            <a:r>
              <a:t>- unittest is Python's built-in, powerful testing framework.</a:t>
            </a:r>
          </a:p>
          <a:p>
            <a:r>
              <a:t>- Use assertions to verify expected behavior.</a:t>
            </a:r>
          </a:p>
          <a:p>
            <a:r>
              <a:t>- Organize your tests for maintainability.</a:t>
            </a:r>
          </a:p>
          <a:p>
            <a:r>
              <a:t>- Mock dependencies to isolate your code.</a:t>
            </a:r>
          </a:p>
          <a:p>
            <a:r>
              <a:t>- Practice TDD for better design and coverage.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Any questions? Feel free to ask!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Links to Resources:</a:t>
            </a:r>
          </a:p>
          <a:p>
            <a:r>
              <a:t>- unittest documentation: https://docs.python.org/3/library/unittest.html</a:t>
            </a:r>
          </a:p>
          <a:p>
            <a:r>
              <a:t>- unittest.mock documentation: https://docs.python.org/3/library/unittest.mock.html</a:t>
            </a:r>
          </a:p>
          <a:p>
            <a:r>
              <a:t>- (Optional) Your GitHub repository with code examples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Unit Testing in Python with unittest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Comprehensive Guide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Introduction to unittest</a:t>
            </a:r>
          </a:p>
          <a:p>
            <a:r>
              <a:t>Basic Structure of a Test Case</a:t>
            </a:r>
          </a:p>
          <a:p>
            <a:r>
              <a:t>Key Components of unittest</a:t>
            </a:r>
          </a:p>
          <a:p>
            <a:r>
              <a:t>Assertions</a:t>
            </a:r>
          </a:p>
          <a:p>
            <a:r>
              <a:t>Setup and Teardown</a:t>
            </a:r>
          </a:p>
          <a:p>
            <a:r>
              <a:t>Test Suites</a:t>
            </a:r>
          </a:p>
          <a:p>
            <a:r>
              <a:t>Skipping Tests</a:t>
            </a:r>
          </a:p>
          <a:p>
            <a:r>
              <a:t>Running Tests</a:t>
            </a:r>
          </a:p>
          <a:p>
            <a:r>
              <a:t>Advanced Features</a:t>
            </a:r>
          </a:p>
          <a:p>
            <a:r>
              <a:t>Mocking</a:t>
            </a:r>
          </a:p>
          <a:p>
            <a:r>
              <a:t>Parameterized Tests</a:t>
            </a:r>
          </a:p>
          <a:p>
            <a:r>
              <a:t>Best Practices</a:t>
            </a:r>
          </a:p>
          <a:p>
            <a:r>
              <a:t>Example: Comprehensive Test Case</a:t>
            </a:r>
          </a:p>
          <a:p>
            <a:r>
              <a:t>Conclusion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Unit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Ensures code correctness</a:t>
            </a:r>
          </a:p>
          <a:p>
            <a:r>
              <a:t>- Helps debugging &amp; catching regressions</a:t>
            </a:r>
          </a:p>
          <a:p>
            <a:r>
              <a:t>- Facilitates refactoring</a:t>
            </a:r>
          </a:p>
          <a:p>
            <a:r>
              <a:t>- Supports Test-Driven Development (TDD)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unittest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Built-in Python framework for unit testing.</a:t>
            </a:r>
          </a:p>
          <a:p>
            <a:r>
              <a:t>Inspired by Java's JUnit.</a:t>
            </a:r>
          </a:p>
          <a:p/>
          <a:p>
            <a:r>
              <a:t>Features:</a:t>
            </a:r>
          </a:p>
          <a:p>
            <a:r>
              <a:t>- Test automation</a:t>
            </a:r>
          </a:p>
          <a:p>
            <a:r>
              <a:t>- Setup and teardown</a:t>
            </a:r>
          </a:p>
          <a:p>
            <a:r>
              <a:t>- Assertions</a:t>
            </a:r>
          </a:p>
          <a:p>
            <a:r>
              <a:t>- Test discovery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Writing a Simple Test Case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Subclass unittest.TestCase</a:t>
            </a:r>
          </a:p>
          <a:p>
            <a:r>
              <a:t>2. Define methods starting with 'test_'</a:t>
            </a:r>
          </a:p>
          <a:p>
            <a:r>
              <a:t>3. Use assertions to verify outcomes</a:t>
            </a:r>
          </a:p>
          <a:p>
            <a:r>
              <a:t>4. Run using unittest.main()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Basic Structure of a Test Case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Subclass unittest.TestCase.</a:t>
            </a:r>
          </a:p>
          <a:p>
            <a:r>
              <a:t>Test methods start with test_.</a:t>
            </a:r>
          </a:p>
          <a:p/>
          <a:p>
            <a:r>
              <a:t>Code Example:</a:t>
            </a:r>
          </a:p>
          <a:p>
            <a:r>
              <a:t>```python</a:t>
            </a:r>
          </a:p>
          <a:p>
            <a:r>
              <a:t>import unittest</a:t>
            </a:r>
          </a:p>
          <a:p>
            <a:r>
              <a:t>def add(a, b):</a:t>
            </a:r>
          </a:p>
          <a:p>
            <a:r>
              <a:t>    return a + b</a:t>
            </a:r>
          </a:p>
          <a:p/>
          <a:p>
            <a:r>
              <a:t>class TestMathOperations(unittest.TestCase):</a:t>
            </a:r>
          </a:p>
          <a:p>
            <a:r>
              <a:t>    def test_add(self):</a:t>
            </a:r>
          </a:p>
          <a:p>
            <a:r>
              <a:t>        self.assertEqual(add(2, 3), 5)</a:t>
            </a:r>
          </a:p>
          <a:p/>
          <a:p>
            <a:r>
              <a:t>if __name__ == "__main__":</a:t>
            </a:r>
          </a:p>
          <a:p>
            <a:r>
              <a:t>    unittest.main()</a:t>
            </a:r>
          </a:p>
          <a:p>
            <a:r>
              <a:t>```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Components of unittest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Assertions: Verify expected outcomes.</a:t>
            </a:r>
          </a:p>
          <a:p>
            <a:r>
              <a:t>Setup and Teardown: Prepare and clean up test environments.</a:t>
            </a:r>
          </a:p>
          <a:p>
            <a:r>
              <a:t>Test Suites: Group related tests.</a:t>
            </a:r>
          </a:p>
          <a:p>
            <a:r>
              <a:t>Skipping Tests: Skip tests conditionally.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Assertions in unittest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assertEqual(a, b)</a:t>
            </a:r>
          </a:p>
          <a:p>
            <a:r>
              <a:t>- assertNotEqual(a, b)</a:t>
            </a:r>
          </a:p>
          <a:p>
            <a:r>
              <a:t>- assertTrue(x)</a:t>
            </a:r>
          </a:p>
          <a:p>
            <a:r>
              <a:t>- assertFalse(x)</a:t>
            </a:r>
          </a:p>
          <a:p>
            <a:r>
              <a:t>- assertRaises(Exception, func, *args)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Assertions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assertEqual(a, b): Check if a == b.</a:t>
            </a:r>
          </a:p>
          <a:p>
            <a:r>
              <a:t>assertTrue(x): Check if x is True.</a:t>
            </a:r>
          </a:p>
          <a:p>
            <a:r>
              <a:t>assertFalse(x): Check if x is False.</a:t>
            </a:r>
          </a:p>
          <a:p>
            <a:r>
              <a:t>assertRaises(exception, callable): Check if callable raises exception.</a:t>
            </a:r>
          </a:p>
          <a:p>
            <a:r>
              <a:rPr>
                <a:sym typeface="+mn-ea"/>
              </a:rPr>
              <a:t>Code Example:</a:t>
            </a:r>
            <a:endParaRPr>
              <a:sym typeface="+mn-ea"/>
            </a:endParaRPr>
          </a:p>
          <a:p/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Assertions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```python</a:t>
            </a:r>
          </a:p>
          <a:p>
            <a:r>
              <a:t>class TestAssertions(unittest.TestCase):</a:t>
            </a:r>
          </a:p>
          <a:p>
            <a:r>
              <a:t>    def test_assertions(self):</a:t>
            </a:r>
          </a:p>
          <a:p>
            <a:r>
              <a:t>        self.assertEqual(3 + 4, 7)</a:t>
            </a:r>
          </a:p>
          <a:p>
            <a:r>
              <a:t>        self.assertTrue(10 &gt; 5)</a:t>
            </a:r>
          </a:p>
          <a:p>
            <a:r>
              <a:t>        with self.assertRaises(ZeroDivisionError):</a:t>
            </a:r>
          </a:p>
          <a:p>
            <a:r>
              <a:t>            x = 1 / 0</a:t>
            </a:r>
          </a:p>
          <a:p>
            <a:r>
              <a:t>```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Setup and Teardown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setUp(): Runs before each test method.</a:t>
            </a:r>
          </a:p>
          <a:p>
            <a:r>
              <a:t>tearDown(): Runs after each test method.</a:t>
            </a:r>
          </a:p>
          <a:p>
            <a:r>
              <a:rPr>
                <a:sym typeface="+mn-ea"/>
              </a:rPr>
              <a:t>Useful for initializing and cleaning up resources.</a:t>
            </a:r>
            <a:endParaRPr>
              <a:sym typeface="+mn-ea"/>
            </a:endParaRPr>
          </a:p>
          <a:p/>
          <a:p>
            <a:r>
              <a:t>Code Example:</a:t>
            </a:r>
          </a:p>
          <a:p/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Setup and Teardown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```python</a:t>
            </a:r>
          </a:p>
          <a:p>
            <a:r>
              <a:t>class TestDatabase(unittest.TestCase):</a:t>
            </a:r>
          </a:p>
          <a:p>
            <a:r>
              <a:t>    def setUp(self):</a:t>
            </a:r>
          </a:p>
          <a:p>
            <a:r>
              <a:t>        self.db = Database()</a:t>
            </a:r>
          </a:p>
          <a:p>
            <a:r>
              <a:t>        self.db.connect()</a:t>
            </a:r>
          </a:p>
          <a:p>
            <a:r>
              <a:t>    def tearDown(self):</a:t>
            </a:r>
          </a:p>
          <a:p>
            <a:r>
              <a:t>        self.db.disconnect()</a:t>
            </a:r>
          </a:p>
          <a:p>
            <a:r>
              <a:t>    def test_query(self):</a:t>
            </a:r>
          </a:p>
          <a:p>
            <a:r>
              <a:t>        result = self.db.query("SELECT * FROM users")</a:t>
            </a:r>
          </a:p>
          <a:p>
            <a:r>
              <a:t>        self.assertIsNotNone(result)</a:t>
            </a:r>
          </a:p>
          <a:p>
            <a:r>
              <a:t>```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Suites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Group related tests together.</a:t>
            </a:r>
          </a:p>
          <a:p>
            <a:r>
              <a:t>Code Example:</a:t>
            </a:r>
          </a:p>
          <a:p>
            <a:r>
              <a:t>```python</a:t>
            </a:r>
          </a:p>
          <a:p>
            <a:r>
              <a:t>def suite():</a:t>
            </a:r>
          </a:p>
          <a:p>
            <a:r>
              <a:t>    suite = unittest.TestSuite()</a:t>
            </a:r>
          </a:p>
          <a:p>
            <a:r>
              <a:t>    suite.addTest(TestMathOperations('test_add'))</a:t>
            </a:r>
          </a:p>
          <a:p>
            <a:r>
              <a:t>    suite.addTest(TestDatabase('test_query'))</a:t>
            </a:r>
          </a:p>
          <a:p>
            <a:r>
              <a:t>    return suite</a:t>
            </a:r>
          </a:p>
          <a:p/>
          <a:p>
            <a:r>
              <a:t>if __name__ == "__main__":</a:t>
            </a:r>
          </a:p>
          <a:p>
            <a:r>
              <a:t>    runner = unittest.TextTestRunner()</a:t>
            </a:r>
          </a:p>
          <a:p>
            <a:r>
              <a:t>    runner.run(suite())</a:t>
            </a:r>
          </a:p>
          <a:p>
            <a:r>
              <a:t>```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Skipping Tests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@unittest.skip or @unittest.skipIf.</a:t>
            </a:r>
          </a:p>
          <a:p/>
          <a:p>
            <a:r>
              <a:t>Code Example:</a:t>
            </a:r>
          </a:p>
          <a:p>
            <a:r>
              <a:t>```python</a:t>
            </a:r>
          </a:p>
          <a:p>
            <a:r>
              <a:t>class TestSkip(unittest.TestCase):</a:t>
            </a:r>
          </a:p>
          <a:p>
            <a:r>
              <a:t>    @unittest.skip("Skipping this test")</a:t>
            </a:r>
          </a:p>
          <a:p>
            <a:r>
              <a:t>    def test_skip(self):</a:t>
            </a:r>
          </a:p>
          <a:p>
            <a:r>
              <a:t>        self.fail("This test should be skipped")</a:t>
            </a:r>
          </a:p>
          <a:p>
            <a:r>
              <a:t>```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Running Tests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sym typeface="+mn-ea"/>
              </a:rPr>
              <a:t>Run a test script</a:t>
            </a:r>
          </a:p>
          <a:p>
            <a:r>
              <a:t>Command line:</a:t>
            </a:r>
          </a:p>
          <a:p>
            <a:r>
              <a:t>```bash</a:t>
            </a:r>
          </a:p>
          <a:p>
            <a:r>
              <a:t>python -m unittest test_module.py</a:t>
            </a:r>
          </a:p>
          <a:p>
            <a:r>
              <a:t>```</a:t>
            </a:r>
          </a:p>
          <a:p/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Running Tests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Using unittest.main():</a:t>
            </a:r>
          </a:p>
          <a:p>
            <a:r>
              <a:t>```python</a:t>
            </a:r>
          </a:p>
          <a:p>
            <a:r>
              <a:t>if __name__ == "__main__":</a:t>
            </a:r>
          </a:p>
          <a:p>
            <a:r>
              <a:t>    unittest.main()</a:t>
            </a:r>
          </a:p>
          <a:p>
            <a:r>
              <a:t>```</a:t>
            </a:r>
          </a:p>
          <a:p/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Running Tests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Test discovery</a:t>
            </a:r>
          </a:p>
          <a:p>
            <a:r>
              <a:rPr>
                <a:sym typeface="+mn-ea"/>
              </a:rPr>
              <a:t>Discover all tests in a directory:</a:t>
            </a:r>
            <a:endParaRPr>
              <a:sym typeface="+mn-ea"/>
            </a:endParaRPr>
          </a:p>
          <a:p/>
          <a:p>
            <a:r>
              <a:t>```bash</a:t>
            </a:r>
          </a:p>
          <a:p>
            <a:r>
              <a:t>python -m unittest discover</a:t>
            </a:r>
          </a:p>
          <a:p>
            <a:r>
              <a:t>```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Advanced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Mocking: Replace parts of the system with mock objects.</a:t>
            </a:r>
          </a:p>
          <a:p>
            <a:r>
              <a:t>Parameterized Tests: Run tests with multiple inputs.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Mocking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sym typeface="+mn-ea"/>
              </a:rPr>
              <a:t>Mocking allows testing code that depends on external systems.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Use MagicMock to replace real objects in tests.</a:t>
            </a:r>
          </a:p>
          <a:p>
            <a:r>
              <a:t>Use unittest.mock to replace functions or objects.</a:t>
            </a:r>
          </a:p>
          <a:p/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Mocking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Code Example:</a:t>
            </a:r>
          </a:p>
          <a:p>
            <a:r>
              <a:t>```python</a:t>
            </a:r>
          </a:p>
          <a:p>
            <a:r>
              <a:t>from unittest.mock import patch</a:t>
            </a:r>
          </a:p>
          <a:p>
            <a:r>
              <a:t>class TestMocking(unittest.TestCase):</a:t>
            </a:r>
          </a:p>
          <a:p>
            <a:r>
              <a:t>    @patch('math.sqrt')</a:t>
            </a:r>
          </a:p>
          <a:p>
            <a:r>
              <a:t>    def test_mock(self, mock_sqrt):</a:t>
            </a:r>
          </a:p>
          <a:p>
            <a:r>
              <a:t>        mock_sqrt.return_value = 10</a:t>
            </a:r>
          </a:p>
          <a:p>
            <a:r>
              <a:t>        self.assertEqual(math.sqrt(4), 10)</a:t>
            </a:r>
          </a:p>
          <a:p>
            <a:r>
              <a:t>```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Parameterized Tests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libraries like parameterized to run tests with multiple inputs.</a:t>
            </a:r>
          </a:p>
          <a:p/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Parameterized Tests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Code Example:</a:t>
            </a:r>
          </a:p>
          <a:p>
            <a:r>
              <a:t>```python</a:t>
            </a:r>
          </a:p>
          <a:p>
            <a:r>
              <a:t>from parameterized import parameterized</a:t>
            </a:r>
          </a:p>
          <a:p>
            <a:r>
              <a:t>class TestParameterized(unittest.TestCase):</a:t>
            </a:r>
          </a:p>
          <a:p>
            <a:r>
              <a:t>    @parameterized.expand([</a:t>
            </a:r>
          </a:p>
          <a:p>
            <a:r>
              <a:t>        (1, 2, 3), (4, 5, 9), ])</a:t>
            </a:r>
          </a:p>
          <a:p>
            <a:r>
              <a:t>    def test_add(self, a, b, expected):</a:t>
            </a:r>
          </a:p>
          <a:p>
            <a:r>
              <a:t>        self.assertEqual(add(a, b), expected)</a:t>
            </a:r>
          </a:p>
          <a:p>
            <a:r>
              <a:t>```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Coverage with coverage.py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Install coverage:</a:t>
            </a:r>
          </a:p>
          <a:p>
            <a:r>
              <a:t>pip install coverage</a:t>
            </a:r>
          </a:p>
          <a:p/>
          <a:p>
            <a:r>
              <a:t>Run tests with coverage:</a:t>
            </a:r>
          </a:p>
          <a:p>
            <a:r>
              <a:t>coverage run -m unittest discover</a:t>
            </a:r>
          </a:p>
          <a:p>
            <a:r>
              <a:t>coverage report -m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Write small, focused tests.</a:t>
            </a:r>
          </a:p>
          <a:p>
            <a:r>
              <a:t>Use descriptive test </a:t>
            </a:r>
            <a:r>
              <a:rPr>
                <a:sym typeface="+mn-ea"/>
              </a:rPr>
              <a:t>method </a:t>
            </a:r>
            <a:r>
              <a:t>names.</a:t>
            </a:r>
          </a:p>
          <a:p>
            <a:r>
              <a:rPr>
                <a:sym typeface="+mn-ea"/>
              </a:rPr>
              <a:t>Cover edge cases and invalid inputs</a:t>
            </a:r>
            <a:r>
              <a:rPr lang="en-GB">
                <a:sym typeface="+mn-ea"/>
              </a:rPr>
              <a:t>.</a:t>
            </a:r>
            <a:endParaRPr lang="en-GB">
              <a:sym typeface="+mn-ea"/>
            </a:endParaRPr>
          </a:p>
          <a:p>
            <a:r>
              <a:rPr>
                <a:sym typeface="+mn-ea"/>
              </a:rPr>
              <a:t>Keep tests isolated and independent</a:t>
            </a:r>
            <a:r>
              <a:rPr lang="en-GB">
                <a:sym typeface="+mn-ea"/>
              </a:rPr>
              <a:t>.</a:t>
            </a:r>
          </a:p>
          <a:p>
            <a:r>
              <a:t>Avoid dependencies between tests.</a:t>
            </a:r>
          </a:p>
          <a:p>
            <a:r>
              <a:t>Use mocks for external dependencies.</a:t>
            </a:r>
          </a:p>
          <a:p>
            <a:r>
              <a:t>Run tests frequently</a:t>
            </a:r>
            <a:r>
              <a:rPr>
                <a:sym typeface="+mn-ea"/>
              </a:rPr>
              <a:t> &amp; integrate with CI/CD</a:t>
            </a:r>
            <a:r>
              <a:t>.</a:t>
            </a:r>
          </a:p>
          <a:p>
            <a:r>
              <a:rPr>
                <a:sym typeface="+mn-ea"/>
              </a:rPr>
              <a:t>Maintain clear documentation</a:t>
            </a:r>
            <a:endParaRPr>
              <a:sym typeface="+mn-ea"/>
            </a:endParaRPr>
          </a:p>
          <a:p/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Example: Comprehensive Test Case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Combines assertions, setup/teardown, mocking, and skipping.</a:t>
            </a:r>
          </a:p>
          <a:p>
            <a:r>
              <a:t>Code Example:</a:t>
            </a:r>
          </a:p>
          <a:p>
            <a:r>
              <a:t>    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Example: Comprehensive Test Case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```python</a:t>
            </a:r>
          </a:p>
          <a:p>
            <a:r>
              <a:t>import unittest</a:t>
            </a:r>
          </a:p>
          <a:p>
            <a:r>
              <a:t>from unittest.mock import patch</a:t>
            </a:r>
          </a:p>
          <a:p>
            <a:r>
              <a:t>def divide(a, b):</a:t>
            </a:r>
          </a:p>
          <a:p>
            <a:r>
              <a:t>    if b == 0:</a:t>
            </a:r>
          </a:p>
          <a:p>
            <a:r>
              <a:t>        raise ValueError("Cannot divide by zero")</a:t>
            </a:r>
          </a:p>
          <a:p>
            <a:r>
              <a:t>    return a / b</a:t>
            </a:r>
          </a:p>
          <a:p>
            <a:r>
              <a:t>  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Example: Comprehensive Test Case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class TestMathOperations(unittest.TestCase):</a:t>
            </a:r>
          </a:p>
          <a:p>
            <a:r>
              <a:t>    def setUp(self):</a:t>
            </a:r>
          </a:p>
          <a:p>
            <a:r>
              <a:t>        print("Setting up...")</a:t>
            </a:r>
          </a:p>
          <a:p>
            <a:r>
              <a:t>    def tearDown(self):</a:t>
            </a:r>
          </a:p>
          <a:p>
            <a:r>
              <a:t>        print("Tearing down...")</a:t>
            </a:r>
          </a:p>
          <a:p>
            <a:r>
              <a:t>    def test_divide(self):</a:t>
            </a:r>
          </a:p>
          <a:p>
            <a:r>
              <a:t>        self.assertEqual(divide(10, 2), 5)</a:t>
            </a:r>
          </a:p>
          <a:p/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Example: Comprehensive Test Case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   @patch('math.pow', return_value=16)</a:t>
            </a:r>
          </a:p>
          <a:p>
            <a:r>
              <a:t>    def test_mock_pow(self, mock_pow):</a:t>
            </a:r>
          </a:p>
          <a:p>
            <a:r>
              <a:t>        self.assertEqual(math.pow(2, 4), 16)</a:t>
            </a:r>
          </a:p>
          <a:p>
            <a:r>
              <a:t>    @unittest.skip("Skipping this test")</a:t>
            </a:r>
          </a:p>
          <a:p>
            <a:r>
              <a:t>    def test_skip(self):</a:t>
            </a:r>
          </a:p>
          <a:p>
            <a:r>
              <a:t>        self.fail("This test should be skipped")</a:t>
            </a:r>
          </a:p>
          <a:p>
            <a:r>
              <a:t>```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unittest is a powerful tool for ensuring code correctness.</a:t>
            </a:r>
          </a:p>
          <a:p>
            <a:r>
              <a:t>Write comprehensive tests to catch bugs early and improve code quality.</a:t>
            </a:r>
          </a:p>
          <a:p>
            <a:r>
              <a:t>Use the concepts and examples provided to build robust test suites.</a:t>
            </a:r>
          </a:p>
          <a:p>
            <a:r>
              <a:t>**Call to Action:**</a:t>
            </a:r>
          </a:p>
          <a:p>
            <a:r>
              <a:t>"Start writing unit tests today and make your codebase more reliable!"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 &amp; Answers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Open the floor for questions.</a:t>
            </a:r>
          </a:p>
          <a:p>
            <a:r>
              <a:rPr>
                <a:sym typeface="+mn-ea"/>
              </a:rPr>
              <a:t>Feel free to ask anything!</a:t>
            </a:r>
            <a:endParaRPr>
              <a:sym typeface="+mn-ea"/>
            </a:endParaRPr>
          </a:p>
          <a:p/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 &amp; Resources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unittest documentation: https://docs.python.org/3/library/unittest.html</a:t>
            </a:r>
          </a:p>
          <a:p>
            <a:r>
              <a:t>• unittest.mock documentation: https://docs.python.org/3/library/unittest.mock.html</a:t>
            </a:r>
          </a:p>
          <a:p>
            <a:r>
              <a:t>• (Optional) Your GitHub repository with code examples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